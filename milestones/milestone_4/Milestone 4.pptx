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c8d1d19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c8d1d19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c8d1d193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c8d1d193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c8d1d193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c8d1d193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c8d1d193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c8d1d193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c8d1d193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c8d1d193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c8d1d193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c8d1d193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c8d1d193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c8d1d193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c8d1d193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c8d1d193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c8d1d193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c8d1d193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c8d1d193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c8d1d193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c8d1d193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c8d1d193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c8d1d193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c8d1d193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c8d1d193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c8d1d193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c8d1d193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c8d1d193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 – Title&#10;&#10;Title: Milestone 4 – Model Training Subtitle: AI-Powered Road Damage Detection System (RDD2022 – India)&#10;&#10;Content (bullets at bottom):&#10;&#10;Train YOLO on consolidated 5‑class RDD2022 India dataset.&#10;&#10;Focus on hyperparameters, regularization, and robust training.&#10;&#10;Team: Yash Kumar, Nishant Kumar, Rahul Yadav, Neeraj Yadav, Kisalay Pan.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2 – Milestone 4 in Project Timeline&#10;Title: Where We Are Now&#10;&#10;Content:&#10;&#10;Horizontal timeline:&#10;&#10;M1 – Problem, Literature&#10;&#10;M2 – Dataset Prep &amp; EDA&#10;&#10;M3 – Architecture&#10;&#10;M4 – Training (highlighted)&#10;&#10;M5 – Evaluation&#10;&#10;M6 – Deployment &amp; Report&#10;&#10;Bullets:&#10;&#10;This milestone: “Train initial models, experiment with hyperparameters and regularization” as per DS–AI Lab guidelines.&#10;&#10;Output: trained YOLO model + logs for Milestone 5 evaluation.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3 – Dataset for Training&#10;Title: RDD2022 India – Training Dataset&#10;&#10;Content:&#10;&#10;“Indian split of RDD2022 road damage dataset; smartphone/dashcam images of real Indian roads.”&#10;&#10;“Downloaded via Roboflow into YOLOv8 format (train, valid, test, data.yaml).”&#10;&#10;“All images resized to 640×640 for YOLO compatibility (carried over from M2).”&#10;&#10;Visual suggestion:&#10;&#10;Reuse one RDD2022 India example image from previous slides or add a generic road image placeholder.&#10;&#10;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4 – Why We Consolidated Classes&#10;Title: From 10 Raw Codes to 5 Classes&#10;&#10;Content:&#10;&#10;“Raw dataset has 10 damage codes (D00, D01, D0w0, D10, D11, D20, D40, D43, D44, D50) with severe class imbalance.”&#10;&#10;“Training directly on 10 classes leads to unstable learning, especially for rare types like Transverse cracks.”&#10;&#10;“We merge these into 5 practical classes for Milestone 4 training.”&#10;&#10;Table (on slide):&#10;&#10;New Class Raw Codes Merged&#10;Longitudinal D00, D01, D0w0&#10;Transverse D10, D11&#10;Alligator D20&#10;Pothole D40&#10;Others D43, D44, D50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5 – Label Remapping Pipeline&#10;Title: Label Remapping &amp; data_merged.yaml&#10;&#10;Content:&#10;&#10;“Python script iterates over all .txt labels in train/valid/test and replaces old IDs with new 0–4 IDs.”&#10;&#10;“Generates data_merged.yaml with nc=5 and updated class names: [Longitudinal, Transverse, Alligator, Pothole, Others].”&#10;&#10;“Absolute paths for train/val/test images ensure YOLO can find data anywhere.”&#10;&#10;Visual suggestion:&#10;&#10;Simple flow: “10‑class labels → remap script → 5‑class labels + data_merged.yaml”.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6 – Architecture Recap (from Milestone 3)&#10;Title: Model Architecture for Training&#10;&#10;Content:&#10;&#10;“Final architecture chosen in Milestone 3: YOLOv8l (Large) for small‑crack detection and robustness.”&#10;&#10;“Large CSPDarknet backbone, PANet neck, decoupled anchor‑free head, input 640×640.”&#10;&#10;“Milestone 4 notebook uses yolov8n.pt for faster prototyping, with clear path to upgrade to YOLOv8l.”&#10;&#10;Visual suggestion:&#10;&#10;Schematic: “Image → Backbone → Neck → Head → Bounding boxes”.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7 – Training Configuration&#10;Title: Core Training Setup&#10;&#10;Content:&#10;&#10;“Training framework: Ultralytics YOLO (PyTorch) on Colab with Tesla T4 GPU.”&#10;&#10;“Data: data_merged.yaml (5‑class RDD2022 India).”&#10;&#10;Table:&#10;&#10;Parameter Value&#10;Epochs 50&#10;Image size 640 × 640&#10;Batch size 16&#10;Classes 5 (merged)&#10;Run name rdd_milestone_4_final&#10;&#10;“Optimizer selected automatically: AdamW with tuned LR and momentum.”&#10;&#10;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8 – Regularization &amp; Augmentation&#10;Title: Regularization Strategy&#10;&#10;Content (bullets):&#10;&#10;“Weight decay: 0.0005 – L2 regularization on weights to reduce overfitting.”&#10;&#10;“Label smoothing: 0.1 – soft target labels, less overconfident predictions on borderline cracks (even though deprecated in latest Ultralytics).”&#10;&#10;“Dropout: 0.1 – applied to detection head to avoid co‑adaptation of features.”&#10;&#10;Title (second column): Data Augmentation&#10;&#10;Content (bullets):&#10;&#10;“Mosaic: 1.0 – 4‑image mosaics to boost small‑object detection.”&#10;&#10;“Mixup: 0.1 – blended images for robustness to colour and texture variation.”&#10;&#10;“Albumentations: blur, grayscale, CLAHE applied automatically by Ultralytics for lighting and blur robustness.”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9 – Training Process&#10;Title: Training Workflow&#10;&#10;Content (numbered list):&#10;&#10;Install roboflow, ultralytics, pyyaml; import YOLO and Roboflow.&#10;&#10;Download RDD2022 India (YOLOv8 format) into RDD2022-India-5 directory.&#10;&#10;Run label remapping script → update labels and write data_merged.yaml.&#10;&#10;Initialize YOLO model (yolov8n.pt for now, swap to yolov8l.pt later).&#10;&#10;Define train_args with epochs, imgsz, batch, regularization, and augmentations.&#10;&#10;Call model.train(**train_args) and monitor logs for loss and mAP curves.&#10;&#10;Visual suggestion:&#10;&#10;Horizontal pipeline graphic: Data download → Label remap → Model init → Train → Save weights.&#10;&#10;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0 – Training Metrics Snapshot&#10;Title: Training Progress &amp; Metrics&#10;&#10;Content:&#10;&#10;“50 epochs completed in ~1.8 hours on Tesla T4 GPU.”&#10;&#10;“Validation mAP@0.5 improves from near‑zero to ~0.389, with mAP@0.5–0.95 ≈ 0.184 on 5 classes.”&#10;&#10;“Precision and recall curves show balanced improvement, indicating regularization is working.”&#10;&#10;Visual suggestion:&#10;&#10;Insert screenshots from runs/detect/rdd_milestone_4_final (loss vs epoch, mAP vs epoch) once you export them.&#10;&#10;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1 – Per-Class Performance&#10;Title: Per-Class Results (Best Checkpoint)&#10;&#10;Content (table):&#10;&#10;Class mAP@0.5 mAP@0.5–0.95 Notes&#10;Longitudinal ≈ 0.278 ≈ 0.121 Good base, room to improve&#10;Transverse ≈ 0.198 ≈ 0.078 Very rare class&#10;Alligator ≈ 0.657 ≈ 0.326 Strongest performance&#10;Pothole ≈ 0.379 ≈ 0.153 Solid, key target class&#10;Others ≈ 0.433 ≈ 0.241 Mixed minor categories&#10;&#10;“Alligator cracks benefit most from the available data; transverse cracks remain hardest due to extreme imbalance.”"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2 – Inference Speed &amp; Deployment Link&#10;Title: Speed &amp; Deployment Alignment&#10;&#10;Content:&#10;&#10;“Validation report: ~0.2 ms preprocess, 2.5 ms inference, 3.4 ms post‑process per image on GPU, indicating high real‑time potential.”&#10;&#10;“Milestone 3 plans: export to ONNX/OpenVINO and apply INT8 quantization to reach 12–15 FPS on laptop CPU; Milestone 4 provides the trained weights required for this.”&#10;&#10;Visual suggestion:&#10;&#10;Small schematic: “best.pt → ONNX/OpenVINO → CPU deployment”."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3 – Outputs of Milestone 4&#10;Title: What We Deliver in Milestone 4&#10;&#10;Content (bullets):&#10;&#10;“Trained YOLO weights: best.pt and last.pt in runs/detect/rdd_milestone_4_final.”&#10;&#10;“Training logs, label distribution plots, and metric curves for evaluation in Milestone 5.”&#10;&#10;“A reproducible notebook that downloads data, remaps labels, configures training, and runs experiments.”&#10;&#10;"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ive a slide in which only give &quot;Thank You&quot;" id="119" name="Google Shape;1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