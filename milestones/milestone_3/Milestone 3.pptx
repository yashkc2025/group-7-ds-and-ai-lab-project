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12a66d1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12a66d1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2a66d1a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2a66d1a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d12a66d1a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d12a66d1a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d12a66d1a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d12a66d1a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12a66d1a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12a66d1a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10" l="0" r="0" t="10"/>
          <a:stretch/>
        </p:blipFill>
        <p:spPr>
          <a:xfrm>
            <a:off x="-35700" y="0"/>
            <a:ext cx="9210675" cy="5143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&#10;## **Presentation: Milestone 3 – Model Architecture**&#10;**Project:** AI-Powered Road Damage Detection (RDD2022)&#10;&#10;---&#10;&#10;### **Slide 1: Title Slide**&#10;* **Title:** Milestone 3: Selection &amp; Justification of Model Architecture&#10;* **Project Name:** Indian Road Damage Detection System&#10;* **Team Members:** Yash Kumar, Nishant Kumar, Rahul Yadav, Neeraj Yadav, Kisalay Pan&#10;* **Date:** March 19, 2026&#10;&#10;---&#10;&#10;### **Slide 2: The Goal &amp; Constraints**&#10;* **Objective:** Select a deep learning architecture capable of identifying potholes and cracks in the RDD2022 Indian subset.&#10;* **Key Requirements:**&#10;    * **High Sensitivity:** Must detect narrow cracks (D00, D10) which are often low-contrast.&#10;    * **Real-time Inference:** Target latency of **&lt;100ms** on a standard laptop CPU.&#10;    * **Robustness:** Must handle &quot;noisy&quot; Indian road conditions (shadows, debris, varying lighting).&#10;&#10;---&#10;&#10;### **Slide 3: Chosen Architecture: YOLOv8l (Large)**&#10;* **Why YOLOv8?** It is the current industry standard for balancing speed and precision in object detection.&#10;* **Why the &quot;Large&quot; Variant?**&#10;    * **Feature Richness:** 43.7M parameters provide a deeper &quot;understanding&quot; of complex textures compared to the Nano or Small versions.&#10;    * **Higher Resolution:** Better spatial gradient retention, which is vital for the **3,500+ small-area instances** identified in our Milestone 2 EDA.&#10;    * **Decoupled Head:** Separates classification and localization tasks, reducing the error rate for overlapping damage types.&#10;&#10;---&#10;&#10;### **Slide 4: Addressing the &quot;Nano vs. Large&quot; Trade-off**&#10;| Feature | YOLOv8n (Nano) | YOLOv8l (Large) | Why we chose Large |&#10;| :--- | :--- | :--- | :--- |&#10;| **Parameters** | ~3.2M | **~43.7M** | More capacity to learn rare classes. |&#10;| **Accuracy (mAP)** | Lower | **Higher** | Essential for safety-critical road data. |&#10;| **CPU Speed** | Ultra-fast | Slower (Native) | We will bridge this via **Optimization**. |&#10;| **Small Objects** | Struggles | **Excellent** | Our EDA showed mostly small cracks. |&#10;&#10;---&#10;&#10;### **Slide 5: End-to-End Technical Setup**&#10;* **Preprocessing:** * Resizing to $640 \times 640$.&#10;    * **Albumentations:** Using Mosaic and MixUp to help the model &quot;see&quot; damage in different contexts.&#10;* **Training Strategy:**&#10;    * **Transfer Learning:** Starting with COCO weights to leverage pre-learned edge detection.&#10;    * **Loss Function:** Using **Complete IoU (CIoU)** loss for better bounding box regression.&#10;* **Optimization Pipeline:**&#10;    * Exporting to **OpenVINO/ONNX** for Intel CPU acceleration.&#10;    * Applying **INT8 Quantization** to reduce latency without significant precision loss.&#10;&#10;---&#10;&#10;### **Slide 6: Data Integration (Milestone 2 Recap)**&#10;* **Handling Imbalance:** We are integrating **Class-Aware Sampling** into the training loop.&#10;* **Input:** RDD2022 Indian Subset (~7,700 images).&#10;* **Target Labels:** * **D00/D10:** Longitudinal/Transverse Cracks.&#10;    * **D40:** Potholes.&#10;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&#10;## **Presentation: Milestone 3 – Model Architecture**&#10;**Project:** AI-Powered Road Damage Detection (RDD2022)&#10;&#10;---&#10;&#10;### **Slide 1: Title Slide**&#10;* **Title:** Milestone 3: Selection &amp; Justification of Model Architecture&#10;* **Project Name:** Indian Road Damage Detection System&#10;* **Team Members:** Yash Kumar, Nishant Kumar, Rahul Yadav, Neeraj Yadav, Kisalay Pan&#10;* **Date:** March 19, 2026&#10;&#10;---&#10;&#10;### **Slide 2: The Goal &amp; Constraints**&#10;* **Objective:** Select a deep learning architecture capable of identifying potholes and cracks in the RDD2022 Indian subset.&#10;* **Key Requirements:**&#10;    * **High Sensitivity:** Must detect narrow cracks (D00, D10) which are often low-contrast.&#10;    * **Real-time Inference:** Target latency of **&lt;100ms** on a standard laptop CPU.&#10;    * **Robustness:** Must handle &quot;noisy&quot; Indian road conditions (shadows, debris, varying lighting).&#10;&#10;---&#10;&#10;### **Slide 3: Chosen Architecture: YOLOv8l (Large)**&#10;* **Why YOLOv8?** It is the current industry standard for balancing speed and precision in object detection.&#10;* **Why the &quot;Large&quot; Variant?**&#10;    * **Feature Richness:** 43.7M parameters provide a deeper &quot;understanding&quot; of complex textures compared to the Nano or Small versions.&#10;    * **Higher Resolution:** Better spatial gradient retention, which is vital for the **3,500+ small-area instances** identified in our Milestone 2 EDA.&#10;    * **Decoupled Head:** Separates classification and localization tasks, reducing the error rate for overlapping damage types.&#10;&#10;---&#10;&#10;### **Slide 4: Addressing the &quot;Nano vs. Large&quot; Trade-off**&#10;| Feature | YOLOv8n (Nano) | YOLOv8l (Large) | Why we chose Large |&#10;| :--- | :--- | :--- | :--- |&#10;| **Parameters** | ~3.2M | **~43.7M** | More capacity to learn rare classes. |&#10;| **Accuracy (mAP)** | Lower | **Higher** | Essential for safety-critical road data. |&#10;| **CPU Speed** | Ultra-fast | Slower (Native) | We will bridge this via **Optimization**. |&#10;| **Small Objects** | Struggles | **Excellent** | Our EDA showed mostly small cracks. |&#10;&#10;---&#10;&#10;### **Slide 5: End-to-End Technical Setup**&#10;* **Preprocessing:** * Resizing to $640 \times 640$.&#10;    * **Albumentations:** Using Mosaic and MixUp to help the model &quot;see&quot; damage in different contexts.&#10;* **Training Strategy:**&#10;    * **Transfer Learning:** Starting with COCO weights to leverage pre-learned edge detection.&#10;    * **Loss Function:** Using **Complete IoU (CIoU)** loss for better bounding box regression.&#10;* **Optimization Pipeline:**&#10;    * Exporting to **OpenVINO/ONNX** for Intel CPU acceleration.&#10;    * Applying **INT8 Quantization** to reduce latency without significant precision loss.&#10;&#10;---&#10;&#10;### **Slide 6: Data Integration (Milestone 2 Recap)**&#10;* **Handling Imbalance:** We are integrating **Class-Aware Sampling** into the training loop.&#10;* **Input:** RDD2022 Indian Subset (~7,700 images).&#10;* **Target Labels:** * **D00/D10:** Longitudinal/Transverse Cracks.&#10;    * **D40:** Potholes.&#10;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&#10;## **Presentation: Milestone 3 – Model Architecture**&#10;**Project:** AI-Powered Road Damage Detection (RDD2022)&#10;&#10;---&#10;&#10;### **Slide 1: Title Slide**&#10;* **Title:** Milestone 3: Selection &amp; Justification of Model Architecture&#10;* **Project Name:** Indian Road Damage Detection System&#10;* **Team Members:** Yash Kumar, Nishant Kumar, Rahul Yadav, Neeraj Yadav, Kisalay Pan&#10;* **Date:** March 19, 2026&#10;&#10;---&#10;&#10;### **Slide 2: The Goal &amp; Constraints**&#10;* **Objective:** Select a deep learning architecture capable of identifying potholes and cracks in the RDD2022 Indian subset.&#10;* **Key Requirements:**&#10;    * **High Sensitivity:** Must detect narrow cracks (D00, D10) which are often low-contrast.&#10;    * **Real-time Inference:** Target latency of **&lt;100ms** on a standard laptop CPU.&#10;    * **Robustness:** Must handle &quot;noisy&quot; Indian road conditions (shadows, debris, varying lighting).&#10;&#10;---&#10;&#10;### **Slide 3: Chosen Architecture: YOLOv8l (Large)**&#10;* **Why YOLOv8?** It is the current industry standard for balancing speed and precision in object detection.&#10;* **Why the &quot;Large&quot; Variant?**&#10;    * **Feature Richness:** 43.7M parameters provide a deeper &quot;understanding&quot; of complex textures compared to the Nano or Small versions.&#10;    * **Higher Resolution:** Better spatial gradient retention, which is vital for the **3,500+ small-area instances** identified in our Milestone 2 EDA.&#10;    * **Decoupled Head:** Separates classification and localization tasks, reducing the error rate for overlapping damage types.&#10;&#10;---&#10;&#10;### **Slide 4: Addressing the &quot;Nano vs. Large&quot; Trade-off**&#10;| Feature | YOLOv8n (Nano) | YOLOv8l (Large) | Why we chose Large |&#10;| :--- | :--- | :--- | :--- |&#10;| **Parameters** | ~3.2M | **~43.7M** | More capacity to learn rare classes. |&#10;| **Accuracy (mAP)** | Lower | **Higher** | Essential for safety-critical road data. |&#10;| **CPU Speed** | Ultra-fast | Slower (Native) | We will bridge this via **Optimization**. |&#10;| **Small Objects** | Struggles | **Excellent** | Our EDA showed mostly small cracks. |&#10;&#10;---&#10;&#10;### **Slide 5: End-to-End Technical Setup**&#10;* **Preprocessing:** * Resizing to $640 \times 640$.&#10;    * **Albumentations:** Using Mosaic and MixUp to help the model &quot;see&quot; damage in different contexts.&#10;* **Training Strategy:**&#10;    * **Transfer Learning:** Starting with COCO weights to leverage pre-learned edge detection.&#10;    * **Loss Function:** Using **Complete IoU (CIoU)** loss for better bounding box regression.&#10;* **Optimization Pipeline:**&#10;    * Exporting to **OpenVINO/ONNX** for Intel CPU acceleration.&#10;    * Applying **INT8 Quantization** to reduce latency without significant precision loss.&#10;&#10;---&#10;&#10;### **Slide 6: Data Integration (Milestone 2 Recap)**&#10;* **Handling Imbalance:** We are integrating **Class-Aware Sampling** into the training loop.&#10;* **Input:** RDD2022 Indian Subset (~7,700 images).&#10;* **Target Labels:** * **D00/D10:** Longitudinal/Transverse Cracks.&#10;    * **D40:** Potholes.&#10;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#10;&#10;## **Presentation: Milestone 3 – Model Architecture**&#10;**Project:** AI-Powered Road Damage Detection (RDD2022)&#10;&#10;---&#10;&#10;### **Slide 1: Title Slide**&#10;* **Title:** Milestone 3: Selection &amp; Justification of Model Architecture&#10;* **Project Name:** Indian Road Damage Detection System&#10;* **Team Members:** Yash Kumar, Nishant Kumar, Rahul Yadav, Neeraj Yadav, Kisalay Pan&#10;* **Date:** March 19, 2026&#10;&#10;---&#10;&#10;### **Slide 2: The Goal &amp; Constraints**&#10;* **Objective:** Select a deep learning architecture capable of identifying potholes and cracks in the RDD2022 Indian subset.&#10;* **Key Requirements:**&#10;    * **High Sensitivity:** Must detect narrow cracks (D00, D10) which are often low-contrast.&#10;    * **Real-time Inference:** Target latency of **&lt;100ms** on a standard laptop CPU.&#10;    * **Robustness:** Must handle &quot;noisy&quot; Indian road conditions (shadows, debris, varying lighting).&#10;&#10;---&#10;&#10;### **Slide 3: Chosen Architecture: YOLOv8l (Large)**&#10;* **Why YOLOv8?** It is the current industry standard for balancing speed and precision in object detection.&#10;* **Why the &quot;Large&quot; Variant?**&#10;    * **Feature Richness:** 43.7M parameters provide a deeper &quot;understanding&quot; of complex textures compared to the Nano or Small versions.&#10;    * **Higher Resolution:** Better spatial gradient retention, which is vital for the **3,500+ small-area instances** identified in our Milestone 2 EDA.&#10;    * **Decoupled Head:** Separates classification and localization tasks, reducing the error rate for overlapping damage types.&#10;&#10;---&#10;&#10;### **Slide 4: Addressing the &quot;Nano vs. Large&quot; Trade-off**&#10;| Feature | YOLOv8n (Nano) | YOLOv8l (Large) | Why we chose Large |&#10;| :--- | :--- | :--- | :--- |&#10;| **Parameters** | ~3.2M | **~43.7M** | More capacity to learn rare classes. |&#10;| **Accuracy (mAP)** | Lower | **Higher** | Essential for safety-critical road data. |&#10;| **CPU Speed** | Ultra-fast | Slower (Native) | We will bridge this via **Optimization**. |&#10;| **Small Objects** | Struggles | **Excellent** | Our EDA showed mostly small cracks. |&#10;&#10;---&#10;&#10;### **Slide 5: End-to-End Technical Setup**&#10;* **Preprocessing:** * Resizing to $640 \times 640$.&#10;    * **Albumentations:** Using Mosaic and MixUp to help the model &quot;see&quot; damage in different contexts.&#10;* **Training Strategy:**&#10;    * **Transfer Learning:** Starting with COCO weights to leverage pre-learned edge detection.&#10;    * **Loss Function:** Using **Complete IoU (CIoU)** loss for better bounding box regression.&#10;* **Optimization Pipeline:**&#10;    * Exporting to **OpenVINO/ONNX** for Intel CPU acceleration.&#10;    * Applying **INT8 Quantization** to reduce latency without significant precision loss.&#10;&#10;---&#10;&#10;### **Slide 6: Data Integration (Milestone 2 Recap)**&#10;* **Handling Imbalance:** We are integrating **Class-Aware Sampling** into the training loop.&#10;* **Input:** RDD2022 Indian Subset (~7,700 images).&#10;* **Target Labels:** * **D00/D10:** Longitudinal/Transverse Cracks.&#10;    * **D40:** Potholes.&#10;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